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3" r:id="rId5"/>
    <p:sldId id="264" r:id="rId6"/>
    <p:sldId id="265" r:id="rId7"/>
    <p:sldId id="262" r:id="rId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4B4D"/>
    <a:srgbClr val="000000"/>
    <a:srgbClr val="004B99"/>
    <a:srgbClr val="0049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74" autoAdjust="0"/>
    <p:restoredTop sz="94660"/>
  </p:normalViewPr>
  <p:slideViewPr>
    <p:cSldViewPr snapToGrid="0">
      <p:cViewPr varScale="1">
        <p:scale>
          <a:sx n="50" d="100"/>
          <a:sy n="50" d="100"/>
        </p:scale>
        <p:origin x="15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ACDD-040E-4009-974E-14F6F3A9EAC2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85B7-5622-4CE6-AFAF-E7C4861C5E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95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ACDD-040E-4009-974E-14F6F3A9EAC2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85B7-5622-4CE6-AFAF-E7C4861C5E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552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ACDD-040E-4009-974E-14F6F3A9EAC2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85B7-5622-4CE6-AFAF-E7C4861C5E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9534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ACDD-040E-4009-974E-14F6F3A9EAC2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85B7-5622-4CE6-AFAF-E7C4861C5E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7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ACDD-040E-4009-974E-14F6F3A9EAC2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85B7-5622-4CE6-AFAF-E7C4861C5E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161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ACDD-040E-4009-974E-14F6F3A9EAC2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85B7-5622-4CE6-AFAF-E7C4861C5E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0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ACDD-040E-4009-974E-14F6F3A9EAC2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85B7-5622-4CE6-AFAF-E7C4861C5E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271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ACDD-040E-4009-974E-14F6F3A9EAC2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85B7-5622-4CE6-AFAF-E7C4861C5E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09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ACDD-040E-4009-974E-14F6F3A9EAC2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85B7-5622-4CE6-AFAF-E7C4861C5E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1655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ACDD-040E-4009-974E-14F6F3A9EAC2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85B7-5622-4CE6-AFAF-E7C4861C5E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8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ACDD-040E-4009-974E-14F6F3A9EAC2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85B7-5622-4CE6-AFAF-E7C4861C5E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589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3ACDD-040E-4009-974E-14F6F3A9EAC2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185B7-5622-4CE6-AFAF-E7C4861C5E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830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9CF1354-F763-42F9-8F53-08605CE6FC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8001001"/>
            <a:ext cx="6857999" cy="1053404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500"/>
              </a:lnSpc>
            </a:pPr>
            <a:r>
              <a:rPr lang="pt-BR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ESCREVA O NOME DO CURSO AQUI</a:t>
            </a:r>
          </a:p>
        </p:txBody>
      </p:sp>
    </p:spTree>
    <p:extLst>
      <p:ext uri="{BB962C8B-B14F-4D97-AF65-F5344CB8AC3E}">
        <p14:creationId xmlns:p14="http://schemas.microsoft.com/office/powerpoint/2010/main" val="2336045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ixaDeTexto 20">
            <a:extLst>
              <a:ext uri="{FF2B5EF4-FFF2-40B4-BE49-F238E27FC236}">
                <a16:creationId xmlns:a16="http://schemas.microsoft.com/office/drawing/2014/main" id="{59E8710D-B818-47FA-B921-69D618078791}"/>
              </a:ext>
            </a:extLst>
          </p:cNvPr>
          <p:cNvSpPr txBox="1">
            <a:spLocks/>
          </p:cNvSpPr>
          <p:nvPr/>
        </p:nvSpPr>
        <p:spPr>
          <a:xfrm>
            <a:off x="419100" y="425087"/>
            <a:ext cx="612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rgbClr val="004B9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É SEMPRE BOM LEMBRAR!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5807ED2-1369-D386-2123-FDE435D7EA18}"/>
              </a:ext>
            </a:extLst>
          </p:cNvPr>
          <p:cNvSpPr/>
          <p:nvPr/>
        </p:nvSpPr>
        <p:spPr>
          <a:xfrm>
            <a:off x="1930401" y="1602598"/>
            <a:ext cx="4610100" cy="1147981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rtl="0"/>
            <a:r>
              <a:rPr lang="pt-BR" sz="1800" b="0" i="0" u="none" strike="noStrike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Fique sempre de olho nas mensagens enviadas diretamente a você na Área do Aluno, que ficam localizadas no canto superior direito da tela, ao lado de seu nome. Da mesma forma, pedimos atenção à sua caixa de e-mail, que é o nosso meio de comunicação oficial para o envio de informações importantes.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1B8B4AD-D2DF-07BE-1F24-4A4B90B43156}"/>
              </a:ext>
            </a:extLst>
          </p:cNvPr>
          <p:cNvSpPr/>
          <p:nvPr/>
        </p:nvSpPr>
        <p:spPr>
          <a:xfrm>
            <a:off x="1930401" y="3702956"/>
            <a:ext cx="4610100" cy="1147981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rtl="0"/>
            <a:r>
              <a:rPr lang="pt-BR" sz="1800" b="0" i="0" u="none" strike="noStrike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Mantenha seu perfil sempre atualizado, pois a Equipe MBA USP/</a:t>
            </a:r>
            <a:r>
              <a:rPr lang="pt-BR" sz="1800" b="0" i="0" u="none" strike="noStrike" baseline="30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Esalq</a:t>
            </a:r>
            <a:r>
              <a:rPr lang="pt-BR" sz="1800" b="0" i="0" u="none" strike="noStrike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utiliza esses dados para contato, emissão de declarações e certificados, envio de correspondência e outros.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86FEEC7-87D0-F904-FEF1-09BA4C200012}"/>
              </a:ext>
            </a:extLst>
          </p:cNvPr>
          <p:cNvSpPr/>
          <p:nvPr/>
        </p:nvSpPr>
        <p:spPr>
          <a:xfrm>
            <a:off x="1930400" y="5803315"/>
            <a:ext cx="4610100" cy="1147982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rtl="0"/>
            <a:r>
              <a:rPr lang="pt-BR" sz="1800" b="0" i="0" u="none" strike="noStrike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 Calendário, é possível visualizar os prazos de realização das avaliações e acessar as aulas.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5C3684E-D410-6F84-C8A3-B69849A163CE}"/>
              </a:ext>
            </a:extLst>
          </p:cNvPr>
          <p:cNvSpPr/>
          <p:nvPr/>
        </p:nvSpPr>
        <p:spPr>
          <a:xfrm>
            <a:off x="1930400" y="7903673"/>
            <a:ext cx="4610100" cy="1147982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rtl="0"/>
            <a:r>
              <a:rPr lang="pt-BR" sz="1800" b="0" i="0" u="none" strike="noStrike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Atente-se aos prazos de provas e entregas do Trabalho de Conclusão Curso e tente antecipar as suas atividades para que, caso haja um imprevisto, você tenha um tempo extra para resolvê-los.</a:t>
            </a:r>
          </a:p>
        </p:txBody>
      </p:sp>
    </p:spTree>
    <p:extLst>
      <p:ext uri="{BB962C8B-B14F-4D97-AF65-F5344CB8AC3E}">
        <p14:creationId xmlns:p14="http://schemas.microsoft.com/office/powerpoint/2010/main" val="1572307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A7F227F7-110D-444C-91B5-80AEEAE0E1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4664" y="810486"/>
            <a:ext cx="4669286" cy="586125"/>
          </a:xfrm>
          <a:prstGeom prst="rect">
            <a:avLst/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E7FE02B-D757-4EC7-AA3A-E6CAA63BB6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4000" y="92232"/>
            <a:ext cx="13324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Aula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0D4FE72B-D6AE-4100-8252-BF01B35802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3647" y="1879533"/>
            <a:ext cx="4663075" cy="7807391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ESCREVA AQUI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3FFC77B-4768-4487-9901-CD71594722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90597" y="1500604"/>
            <a:ext cx="16914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2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Módulo</a:t>
            </a:r>
          </a:p>
          <a:p>
            <a:pPr algn="ctr"/>
            <a:r>
              <a:rPr lang="pt-BR" sz="22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Introdutório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1450705-A966-4E4B-A305-138E2CE6FC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4884" y="4080955"/>
            <a:ext cx="15199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Não Esquecer</a:t>
            </a:r>
            <a:r>
              <a:rPr lang="pt-BR" sz="16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2DF58DE-B092-44CF-AAEE-E23A251AF91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79920" y="3151530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Data: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C7F3CEE-83DE-4E9F-907F-498E7BC92D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08283" y="3520860"/>
            <a:ext cx="1641129" cy="369331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D1E3048-18BD-4C98-A0B6-182687C329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26853" y="4419509"/>
            <a:ext cx="1622559" cy="81255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39B99BA-8D12-533E-15B7-2FE76E4408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5423" y="5438532"/>
            <a:ext cx="1622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Dica de Leitura:</a:t>
            </a:r>
            <a:endParaRPr lang="pt-BR" sz="1600" b="1" dirty="0">
              <a:solidFill>
                <a:srgbClr val="4B4B4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F1ABB9D-8F24-53A9-714F-FE2FEACF3F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26853" y="5788577"/>
            <a:ext cx="1641129" cy="958651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46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A7F227F7-110D-444C-91B5-80AEEAE0E1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4664" y="810486"/>
            <a:ext cx="4669286" cy="586125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E7FE02B-D757-4EC7-AA3A-E6CAA63BB6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4000" y="92232"/>
            <a:ext cx="13324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Aula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0D4FE72B-D6AE-4100-8252-BF01B3580288}"/>
              </a:ext>
            </a:extLst>
          </p:cNvPr>
          <p:cNvSpPr/>
          <p:nvPr/>
        </p:nvSpPr>
        <p:spPr>
          <a:xfrm>
            <a:off x="263647" y="1879533"/>
            <a:ext cx="4663075" cy="7807391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ESCREVA AQUI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3FFC77B-4768-4487-9901-CD71594722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7517" y="1657559"/>
            <a:ext cx="1396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Módulo I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6121266-3FA4-E389-A02F-E2F91257539E}"/>
              </a:ext>
            </a:extLst>
          </p:cNvPr>
          <p:cNvSpPr txBox="1">
            <a:spLocks/>
          </p:cNvSpPr>
          <p:nvPr/>
        </p:nvSpPr>
        <p:spPr>
          <a:xfrm>
            <a:off x="5144884" y="4080955"/>
            <a:ext cx="15199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Não Esquecer</a:t>
            </a:r>
            <a:r>
              <a:rPr lang="pt-BR" sz="16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CEEBE4A-1800-29FE-1327-0AD2353C1C0E}"/>
              </a:ext>
            </a:extLst>
          </p:cNvPr>
          <p:cNvSpPr txBox="1">
            <a:spLocks/>
          </p:cNvSpPr>
          <p:nvPr/>
        </p:nvSpPr>
        <p:spPr>
          <a:xfrm>
            <a:off x="5579920" y="3151530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Data: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E4D9C69-E4D3-5743-462A-A11CD5B7961D}"/>
              </a:ext>
            </a:extLst>
          </p:cNvPr>
          <p:cNvSpPr>
            <a:spLocks/>
          </p:cNvSpPr>
          <p:nvPr/>
        </p:nvSpPr>
        <p:spPr>
          <a:xfrm>
            <a:off x="5108283" y="3520860"/>
            <a:ext cx="1641129" cy="369331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9CCEAF3-788A-E9F7-1AA8-683BB7E1E10E}"/>
              </a:ext>
            </a:extLst>
          </p:cNvPr>
          <p:cNvSpPr>
            <a:spLocks/>
          </p:cNvSpPr>
          <p:nvPr/>
        </p:nvSpPr>
        <p:spPr>
          <a:xfrm>
            <a:off x="5126853" y="4419509"/>
            <a:ext cx="1622559" cy="81255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10B1F40-6F53-DCB5-B447-3AC83C4DD1F8}"/>
              </a:ext>
            </a:extLst>
          </p:cNvPr>
          <p:cNvSpPr txBox="1">
            <a:spLocks/>
          </p:cNvSpPr>
          <p:nvPr/>
        </p:nvSpPr>
        <p:spPr>
          <a:xfrm>
            <a:off x="5145423" y="5438532"/>
            <a:ext cx="1622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Dica de Leitura:</a:t>
            </a:r>
            <a:endParaRPr lang="pt-BR" sz="1600" b="1" dirty="0">
              <a:solidFill>
                <a:srgbClr val="4B4B4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A135F8F-293F-2EF3-1A24-FA75AA750B32}"/>
              </a:ext>
            </a:extLst>
          </p:cNvPr>
          <p:cNvSpPr>
            <a:spLocks/>
          </p:cNvSpPr>
          <p:nvPr/>
        </p:nvSpPr>
        <p:spPr>
          <a:xfrm>
            <a:off x="5126853" y="5788577"/>
            <a:ext cx="1641129" cy="958651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87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A7F227F7-110D-444C-91B5-80AEEAE0E1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4664" y="810486"/>
            <a:ext cx="4669286" cy="586125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E7FE02B-D757-4EC7-AA3A-E6CAA63BB6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4000" y="92232"/>
            <a:ext cx="13324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Aula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0D4FE72B-D6AE-4100-8252-BF01B3580288}"/>
              </a:ext>
            </a:extLst>
          </p:cNvPr>
          <p:cNvSpPr/>
          <p:nvPr/>
        </p:nvSpPr>
        <p:spPr>
          <a:xfrm>
            <a:off x="263647" y="1879533"/>
            <a:ext cx="4663075" cy="7807391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ESCREVA AQUI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3FFC77B-4768-4487-9901-CD71594722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02633" y="1657559"/>
            <a:ext cx="148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Módulo II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6121266-3FA4-E389-A02F-E2F91257539E}"/>
              </a:ext>
            </a:extLst>
          </p:cNvPr>
          <p:cNvSpPr txBox="1">
            <a:spLocks/>
          </p:cNvSpPr>
          <p:nvPr/>
        </p:nvSpPr>
        <p:spPr>
          <a:xfrm>
            <a:off x="5144884" y="4080955"/>
            <a:ext cx="15199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Não Esquecer</a:t>
            </a:r>
            <a:r>
              <a:rPr lang="pt-BR" sz="16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CEEBE4A-1800-29FE-1327-0AD2353C1C0E}"/>
              </a:ext>
            </a:extLst>
          </p:cNvPr>
          <p:cNvSpPr txBox="1">
            <a:spLocks/>
          </p:cNvSpPr>
          <p:nvPr/>
        </p:nvSpPr>
        <p:spPr>
          <a:xfrm>
            <a:off x="5579920" y="3151530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Data: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E4D9C69-E4D3-5743-462A-A11CD5B7961D}"/>
              </a:ext>
            </a:extLst>
          </p:cNvPr>
          <p:cNvSpPr>
            <a:spLocks/>
          </p:cNvSpPr>
          <p:nvPr/>
        </p:nvSpPr>
        <p:spPr>
          <a:xfrm>
            <a:off x="5108283" y="3520860"/>
            <a:ext cx="1641129" cy="369331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9CCEAF3-788A-E9F7-1AA8-683BB7E1E10E}"/>
              </a:ext>
            </a:extLst>
          </p:cNvPr>
          <p:cNvSpPr>
            <a:spLocks/>
          </p:cNvSpPr>
          <p:nvPr/>
        </p:nvSpPr>
        <p:spPr>
          <a:xfrm>
            <a:off x="5126853" y="4419509"/>
            <a:ext cx="1622559" cy="81255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10B1F40-6F53-DCB5-B447-3AC83C4DD1F8}"/>
              </a:ext>
            </a:extLst>
          </p:cNvPr>
          <p:cNvSpPr txBox="1">
            <a:spLocks/>
          </p:cNvSpPr>
          <p:nvPr/>
        </p:nvSpPr>
        <p:spPr>
          <a:xfrm>
            <a:off x="5145423" y="5438532"/>
            <a:ext cx="1622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Dica de Leitura:</a:t>
            </a:r>
            <a:endParaRPr lang="pt-BR" sz="1600" b="1" dirty="0">
              <a:solidFill>
                <a:srgbClr val="4B4B4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A135F8F-293F-2EF3-1A24-FA75AA750B32}"/>
              </a:ext>
            </a:extLst>
          </p:cNvPr>
          <p:cNvSpPr>
            <a:spLocks/>
          </p:cNvSpPr>
          <p:nvPr/>
        </p:nvSpPr>
        <p:spPr>
          <a:xfrm>
            <a:off x="5126853" y="5788577"/>
            <a:ext cx="1641129" cy="958651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307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A7F227F7-110D-444C-91B5-80AEEAE0E1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4664" y="810486"/>
            <a:ext cx="4669286" cy="586125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E7FE02B-D757-4EC7-AA3A-E6CAA63BB6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4000" y="92232"/>
            <a:ext cx="13324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Aula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0D4FE72B-D6AE-4100-8252-BF01B3580288}"/>
              </a:ext>
            </a:extLst>
          </p:cNvPr>
          <p:cNvSpPr/>
          <p:nvPr/>
        </p:nvSpPr>
        <p:spPr>
          <a:xfrm>
            <a:off x="263647" y="1879533"/>
            <a:ext cx="4663075" cy="7807391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ESCREVA AQUI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3FFC77B-4768-4487-9901-CD71594722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57749" y="1657559"/>
            <a:ext cx="1576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Módulo III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6121266-3FA4-E389-A02F-E2F91257539E}"/>
              </a:ext>
            </a:extLst>
          </p:cNvPr>
          <p:cNvSpPr txBox="1">
            <a:spLocks/>
          </p:cNvSpPr>
          <p:nvPr/>
        </p:nvSpPr>
        <p:spPr>
          <a:xfrm>
            <a:off x="5144884" y="4080955"/>
            <a:ext cx="15199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Não Esquecer</a:t>
            </a:r>
            <a:r>
              <a:rPr lang="pt-BR" sz="16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CEEBE4A-1800-29FE-1327-0AD2353C1C0E}"/>
              </a:ext>
            </a:extLst>
          </p:cNvPr>
          <p:cNvSpPr txBox="1">
            <a:spLocks/>
          </p:cNvSpPr>
          <p:nvPr/>
        </p:nvSpPr>
        <p:spPr>
          <a:xfrm>
            <a:off x="5579920" y="3151530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Data: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E4D9C69-E4D3-5743-462A-A11CD5B7961D}"/>
              </a:ext>
            </a:extLst>
          </p:cNvPr>
          <p:cNvSpPr>
            <a:spLocks/>
          </p:cNvSpPr>
          <p:nvPr/>
        </p:nvSpPr>
        <p:spPr>
          <a:xfrm>
            <a:off x="5108283" y="3520860"/>
            <a:ext cx="1641129" cy="369331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9CCEAF3-788A-E9F7-1AA8-683BB7E1E10E}"/>
              </a:ext>
            </a:extLst>
          </p:cNvPr>
          <p:cNvSpPr>
            <a:spLocks/>
          </p:cNvSpPr>
          <p:nvPr/>
        </p:nvSpPr>
        <p:spPr>
          <a:xfrm>
            <a:off x="5126853" y="4419509"/>
            <a:ext cx="1622559" cy="81255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10B1F40-6F53-DCB5-B447-3AC83C4DD1F8}"/>
              </a:ext>
            </a:extLst>
          </p:cNvPr>
          <p:cNvSpPr txBox="1">
            <a:spLocks/>
          </p:cNvSpPr>
          <p:nvPr/>
        </p:nvSpPr>
        <p:spPr>
          <a:xfrm>
            <a:off x="5145423" y="5438532"/>
            <a:ext cx="1622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4B4B4D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Dica de Leitura:</a:t>
            </a:r>
            <a:endParaRPr lang="pt-BR" sz="1600" b="1" dirty="0">
              <a:solidFill>
                <a:srgbClr val="4B4B4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A135F8F-293F-2EF3-1A24-FA75AA750B32}"/>
              </a:ext>
            </a:extLst>
          </p:cNvPr>
          <p:cNvSpPr>
            <a:spLocks/>
          </p:cNvSpPr>
          <p:nvPr/>
        </p:nvSpPr>
        <p:spPr>
          <a:xfrm>
            <a:off x="5126853" y="5788577"/>
            <a:ext cx="1641129" cy="958651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77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5701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511CDFD32BAE4DB6984ACFD1117AAF" ma:contentTypeVersion="15" ma:contentTypeDescription="Crie um novo documento." ma:contentTypeScope="" ma:versionID="07c67dcdde0dcbff5de33d60004e61d8">
  <xsd:schema xmlns:xsd="http://www.w3.org/2001/XMLSchema" xmlns:xs="http://www.w3.org/2001/XMLSchema" xmlns:p="http://schemas.microsoft.com/office/2006/metadata/properties" xmlns:ns2="5e253ad8-99bc-4895-b377-eab5d2679348" xmlns:ns3="45bd9b4a-47bd-4c71-9096-100877aa1038" targetNamespace="http://schemas.microsoft.com/office/2006/metadata/properties" ma:root="true" ma:fieldsID="414fa5f9b220de6bad5ea4783bf1e949" ns2:_="" ns3:_="">
    <xsd:import namespace="5e253ad8-99bc-4895-b377-eab5d2679348"/>
    <xsd:import namespace="45bd9b4a-47bd-4c71-9096-100877aa1038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253ad8-99bc-4895-b377-eab5d267934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Marcações de imagem" ma:readOnly="false" ma:fieldId="{5cf76f15-5ced-4ddc-b409-7134ff3c332f}" ma:taxonomyMulti="true" ma:sspId="cf329bc3-ce7e-4e75-9c56-962f8f350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d9b4a-47bd-4c71-9096-100877aa1038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1c5c36c-1c45-4119-aa3b-41677bff21c6}" ma:internalName="TaxCatchAll" ma:showField="CatchAllData" ma:web="45bd9b4a-47bd-4c71-9096-100877aa10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253ad8-99bc-4895-b377-eab5d2679348">
      <Terms xmlns="http://schemas.microsoft.com/office/infopath/2007/PartnerControls"/>
    </lcf76f155ced4ddcb4097134ff3c332f>
    <TaxCatchAll xmlns="45bd9b4a-47bd-4c71-9096-100877aa1038" xsi:nil="true"/>
  </documentManagement>
</p:properties>
</file>

<file path=customXml/itemProps1.xml><?xml version="1.0" encoding="utf-8"?>
<ds:datastoreItem xmlns:ds="http://schemas.openxmlformats.org/officeDocument/2006/customXml" ds:itemID="{09E7966F-7708-477A-812F-17231C0C0CDD}"/>
</file>

<file path=customXml/itemProps2.xml><?xml version="1.0" encoding="utf-8"?>
<ds:datastoreItem xmlns:ds="http://schemas.openxmlformats.org/officeDocument/2006/customXml" ds:itemID="{CC8EE66B-367D-4D61-BB8E-153CF37B2A16}"/>
</file>

<file path=customXml/itemProps3.xml><?xml version="1.0" encoding="utf-8"?>
<ds:datastoreItem xmlns:ds="http://schemas.openxmlformats.org/officeDocument/2006/customXml" ds:itemID="{88AF82CD-72FA-4011-8523-906B2642851B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595</TotalTime>
  <Words>207</Words>
  <Application>Microsoft Office PowerPoint</Application>
  <PresentationFormat>Papel A4 (210 x 297 mm)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Poppins</vt:lpstr>
      <vt:lpstr>Roboto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Moreira Rocha</dc:creator>
  <cp:lastModifiedBy>Lucas Moreira Rocha</cp:lastModifiedBy>
  <cp:revision>14</cp:revision>
  <dcterms:created xsi:type="dcterms:W3CDTF">2022-03-28T13:52:20Z</dcterms:created>
  <dcterms:modified xsi:type="dcterms:W3CDTF">2022-08-25T13:49:33Z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0x010100FD511CDFD32BAE4DB6984ACFD1117AAF</vt:lpwstr>
  </property>
</Properties>
</file>